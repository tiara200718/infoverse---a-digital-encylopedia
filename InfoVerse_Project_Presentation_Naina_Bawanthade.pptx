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-451" y="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548640"/>
            <a:ext cx="2011680" cy="2011680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011680"/>
            <a:ext cx="1280160" cy="1280160"/>
          </a:xfrm>
          <a:prstGeom prst="ellipse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731520" cy="731520"/>
          </a:xfrm>
          <a:prstGeom prst="ellipse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3840480"/>
            <a:ext cx="914400" cy="914400"/>
          </a:xfrm>
          <a:prstGeom prst="ellipse">
            <a:avLst/>
          </a:prstGeom>
          <a:solidFill>
            <a:srgbClr val="FF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0" y="4572000"/>
            <a:ext cx="1280160" cy="1280160"/>
          </a:xfrm>
          <a:prstGeom prst="ellipse">
            <a:avLst/>
          </a:prstGeom>
          <a:solidFill>
            <a:srgbClr val="493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676656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INFOVERSE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48840"/>
            <a:ext cx="64008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E2DAFF"/>
                </a:solidFill>
                <a:latin typeface="Aptos"/>
              </a:rPr>
              <a:t>A Modern Digital Encyclopedia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88920"/>
            <a:ext cx="649224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Explore knowledge. Connect ideas. Learn without limits.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3749039"/>
            <a:ext cx="1143000" cy="64008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38404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C5E0"/>
                </a:solidFill>
                <a:latin typeface="Aptos"/>
              </a:rPr>
              <a:t>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201168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2DAFF"/>
                </a:solidFill>
                <a:latin typeface="Apto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411480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Naina Bawanthade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559552"/>
            <a:ext cx="4114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E2DAFF"/>
                </a:solidFill>
                <a:latin typeface="Aptos"/>
              </a:rPr>
              <a:t>Register No.: 2025503070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E2DA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What is InfoVerse?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58368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B283D"/>
                </a:solidFill>
                <a:latin typeface="Aptos"/>
              </a:rPr>
              <a:t>InfoVerse is a web-based digital encyclopedia designed to bring learning resources together in one organized, modern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691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801368"/>
            <a:ext cx="64008" cy="101498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19288" y="185623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313432"/>
            <a:ext cx="306324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Explore topics across science, technology, history and philosophy.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1546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3264408"/>
            <a:ext cx="64008" cy="1014984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331927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776472"/>
            <a:ext cx="306324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Use a focused reader experience to study articles and concepts.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6177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4727448"/>
            <a:ext cx="64008" cy="1014984"/>
          </a:xfrm>
          <a:prstGeom prst="rect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478231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Interact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5239512"/>
            <a:ext cx="306324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Support reader engagement and account-based experiences.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6309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684ABE"/>
                </a:solidFill>
                <a:latin typeface="Aptos"/>
              </a:rPr>
              <a:t>Goal: make knowledge easier to find, read and revisit.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Why a unified knowledge platform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64008" cy="160934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01952"/>
            <a:ext cx="303580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Scattered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59152"/>
            <a:ext cx="301752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Learners often move between many websites and resources to understand one topic.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47088"/>
            <a:ext cx="64008" cy="1609344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01952"/>
            <a:ext cx="303580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Inconsistent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59152"/>
            <a:ext cx="301752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Different sites present information with different layouts and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47088"/>
            <a:ext cx="64008" cy="1609344"/>
          </a:xfrm>
          <a:prstGeom prst="rect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01952"/>
            <a:ext cx="303580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Difficult to revisit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59152"/>
            <a:ext cx="301752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Finding previously read material can take extra time without a central 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27432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8163E"/>
                </a:solidFill>
                <a:latin typeface="Aptos"/>
              </a:rPr>
              <a:t>Proposed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98755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B283D"/>
                </a:solidFill>
                <a:latin typeface="Aptos"/>
              </a:rPr>
              <a:t>A single encyclopedia-style website that organizes topics, supports reading, and provides user-focused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Key outcomes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627632"/>
            <a:ext cx="475488" cy="475488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27632"/>
            <a:ext cx="27432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Centralize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627632"/>
            <a:ext cx="66751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B283D"/>
                </a:solidFill>
                <a:latin typeface="Aptos"/>
              </a:rPr>
              <a:t>Present a collection of learning topics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96312"/>
            <a:ext cx="475488" cy="475488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0604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96312"/>
            <a:ext cx="27432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Improve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96312"/>
            <a:ext cx="66751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B283D"/>
                </a:solidFill>
                <a:latin typeface="Aptos"/>
              </a:rPr>
              <a:t>Help users move between categories and articles clearly.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364991"/>
            <a:ext cx="475488" cy="475488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364991"/>
            <a:ext cx="27432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Support focused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364991"/>
            <a:ext cx="66751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B283D"/>
                </a:solidFill>
                <a:latin typeface="Aptos"/>
              </a:rPr>
              <a:t>Provide a scholarly reader experience for longer content.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233672"/>
            <a:ext cx="475488" cy="475488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34340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33672"/>
            <a:ext cx="27432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Enable user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233672"/>
            <a:ext cx="66751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B283D"/>
                </a:solidFill>
                <a:latin typeface="Aptos"/>
              </a:rPr>
              <a:t>Structure experiences for learners, researchers and administrators.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5102352"/>
            <a:ext cx="475488" cy="475488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521208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102352"/>
            <a:ext cx="27432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Manage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102352"/>
            <a:ext cx="667512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B283D"/>
                </a:solidFill>
                <a:latin typeface="Aptos"/>
              </a:rPr>
              <a:t>Include an admin-oriented content management concept.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Functional modules in InfoVerse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01368"/>
            <a:ext cx="64008" cy="147218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Authentication &amp; User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13432"/>
            <a:ext cx="306324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Login/registration experience and role-oriented user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6916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79" y="1801368"/>
            <a:ext cx="64008" cy="1472184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7" y="185623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Encyclopedia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7" y="2313432"/>
            <a:ext cx="306324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Browse knowledge topics and featured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6916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19" y="1801368"/>
            <a:ext cx="64008" cy="1472184"/>
          </a:xfrm>
          <a:prstGeom prst="rect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85623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Scholarly Reader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313432"/>
            <a:ext cx="306324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Read articles in a clean, focused layout.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04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950208"/>
            <a:ext cx="64008" cy="1472184"/>
          </a:xfrm>
          <a:prstGeom prst="rect">
            <a:avLst/>
          </a:prstGeom>
          <a:solidFill>
            <a:srgbClr val="FF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400507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Reader Interaction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462272"/>
            <a:ext cx="306324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Support reader engagement and useful reading 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79" y="38404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79" y="3950208"/>
            <a:ext cx="64008" cy="147218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7" y="400507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Admin CMS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4462272"/>
            <a:ext cx="306324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Organize and manage encyclopedia content.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38404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19" y="3950208"/>
            <a:ext cx="64008" cy="1472184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76488" y="4005072"/>
            <a:ext cx="308152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Database &amp; Storage Inspector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462272"/>
            <a:ext cx="306324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Inspect how application data is organized and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Target Users &amp;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Different user needs, one knowledge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38528"/>
            <a:ext cx="64008" cy="1883663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99339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Student Scholar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50592"/>
            <a:ext cx="2971800" cy="13715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Learners exploring topics, preparing assignments and building foundational knowledge.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938528"/>
            <a:ext cx="64008" cy="1883663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9339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Research Fellow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50592"/>
            <a:ext cx="2971800" cy="13715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Users seeking deeper reading and a structured way to explore scholarly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337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938528"/>
            <a:ext cx="64008" cy="1883663"/>
          </a:xfrm>
          <a:prstGeom prst="rect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Administrator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50592"/>
            <a:ext cx="2971800" cy="13715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Responsible for organizing, maintaining and managing encyclopedia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09160"/>
            <a:ext cx="99669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18163E"/>
                </a:solidFill>
                <a:latin typeface="Aptos"/>
              </a:rPr>
              <a:t>Role-based design helps separate everyday learning from content-management responsibilities.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Implementation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64008" cy="138074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90195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59152"/>
            <a:ext cx="29718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HTML for structure, CSS for styling, and JavaScript for interactions.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47088"/>
            <a:ext cx="64008" cy="1380744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0195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Client-side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59152"/>
            <a:ext cx="29718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JavaScript modules for authentication, encyclopedia content and database-related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47088"/>
            <a:ext cx="64008" cy="1380744"/>
          </a:xfrm>
          <a:prstGeom prst="rect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0195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59152"/>
            <a:ext cx="29718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Local storage supports local persistence; Supabase integration is being used for database-backed user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77639"/>
            <a:ext cx="3200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8163E"/>
                </a:solidFill>
                <a:latin typeface="Aptos"/>
              </a:rPr>
              <a:t>Tools &amp; project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9875520" cy="1508760"/>
          </a:xfrm>
          <a:prstGeom prst="rect">
            <a:avLst/>
          </a:prstGeom>
          <a:noFill/>
        </p:spPr>
        <p:txBody>
          <a:bodyPr wrap="square" lIns="109728" tIns="91440" rIns="109728" bIns="9144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B283D"/>
                </a:solidFill>
                <a:latin typeface="Aptos"/>
              </a:defRPr>
            </a:pPr>
            <a:r>
              <a:t>•  HTML, CSS and JavaScript</a:t>
            </a:r>
          </a:p>
          <a:p>
            <a:pPr>
              <a:spcAft>
                <a:spcPts val="800"/>
              </a:spcAft>
              <a:defRPr sz="1600">
                <a:solidFill>
                  <a:srgbClr val="2B283D"/>
                </a:solidFill>
                <a:latin typeface="Aptos"/>
              </a:defRPr>
            </a:pPr>
            <a:r>
              <a:t>•  Supabase project for connected data</a:t>
            </a:r>
          </a:p>
          <a:p>
            <a:pPr>
              <a:spcAft>
                <a:spcPts val="800"/>
              </a:spcAft>
              <a:defRPr sz="1600">
                <a:solidFill>
                  <a:srgbClr val="2B283D"/>
                </a:solidFill>
                <a:latin typeface="Aptos"/>
              </a:defRPr>
            </a:pPr>
            <a:r>
              <a:t>•  GitHub repository and GitHub Pages deployment</a:t>
            </a:r>
          </a:p>
          <a:p>
            <a:pPr>
              <a:spcAft>
                <a:spcPts val="800"/>
              </a:spcAft>
              <a:defRPr sz="1600">
                <a:solidFill>
                  <a:srgbClr val="2B283D"/>
                </a:solidFill>
                <a:latin typeface="Aptos"/>
              </a:defRPr>
            </a:pPr>
            <a:r>
              <a:t>•  Organized folders for styles, scripts and images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High-level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828800"/>
            <a:ext cx="685800" cy="685800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2456" y="203911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8163E"/>
                </a:solidFill>
                <a:latin typeface="Aptos"/>
              </a:rPr>
              <a:t>Open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37560"/>
            <a:ext cx="1874519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B283D"/>
                </a:solidFill>
                <a:latin typeface="Aptos"/>
              </a:rPr>
              <a:t>User visits the deployed InfoVerse site.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1952" y="2176272"/>
            <a:ext cx="932688" cy="0"/>
          </a:xfrm>
          <a:prstGeom prst="line">
            <a:avLst/>
          </a:prstGeom>
          <a:ln w="25400">
            <a:solidFill>
              <a:srgbClr val="68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20439" y="1828800"/>
            <a:ext cx="685800" cy="685800"/>
          </a:xfrm>
          <a:prstGeom prst="ellipse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4176" y="203911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743200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8163E"/>
                </a:solidFill>
                <a:latin typeface="Aptos"/>
              </a:rPr>
              <a:t>Sign in / 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337560"/>
            <a:ext cx="1874519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B283D"/>
                </a:solidFill>
                <a:latin typeface="Aptos"/>
              </a:rPr>
              <a:t>User logs in or browses available content.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33672" y="2176272"/>
            <a:ext cx="932688" cy="0"/>
          </a:xfrm>
          <a:prstGeom prst="line">
            <a:avLst/>
          </a:prstGeom>
          <a:ln w="25400">
            <a:solidFill>
              <a:srgbClr val="68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52160" y="1828800"/>
            <a:ext cx="685800" cy="685800"/>
          </a:xfrm>
          <a:prstGeom prst="ellipse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25896" y="203911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743200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8163E"/>
                </a:solidFill>
                <a:latin typeface="Aptos"/>
              </a:rPr>
              <a:t>Choose a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337560"/>
            <a:ext cx="1874519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B283D"/>
                </a:solidFill>
                <a:latin typeface="Aptos"/>
              </a:rPr>
              <a:t>The encyclopedia hub helps locate an article.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65392" y="2176272"/>
            <a:ext cx="932687" cy="0"/>
          </a:xfrm>
          <a:prstGeom prst="line">
            <a:avLst/>
          </a:prstGeom>
          <a:ln w="25400">
            <a:solidFill>
              <a:srgbClr val="68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83879" y="1828800"/>
            <a:ext cx="685800" cy="685800"/>
          </a:xfrm>
          <a:prstGeom prst="ellipse">
            <a:avLst/>
          </a:prstGeom>
          <a:solidFill>
            <a:srgbClr val="FF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57615" y="203911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743200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8163E"/>
                </a:solidFill>
                <a:latin typeface="Aptos"/>
              </a:rPr>
              <a:t>Read &amp; interact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3337560"/>
            <a:ext cx="1874519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B283D"/>
                </a:solidFill>
                <a:latin typeface="Aptos"/>
              </a:rPr>
              <a:t>User reads content and uses available reader features.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97111" y="2176272"/>
            <a:ext cx="932689" cy="0"/>
          </a:xfrm>
          <a:prstGeom prst="line">
            <a:avLst/>
          </a:prstGeom>
          <a:ln w="25400">
            <a:solidFill>
              <a:srgbClr val="684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515600" y="1828800"/>
            <a:ext cx="685800" cy="685800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89336" y="203911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743200"/>
            <a:ext cx="1874519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8163E"/>
                </a:solidFill>
                <a:latin typeface="Aptos"/>
              </a:rPr>
              <a:t>Store / manage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337560"/>
            <a:ext cx="1874519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2B283D"/>
                </a:solidFill>
                <a:latin typeface="Aptos"/>
              </a:rPr>
              <a:t>Application data is stored locally or through the configured backend.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03520"/>
            <a:ext cx="98755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The exact steps depend on which modules are enabled in the current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Data &amp; Storage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How information is organized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92807"/>
            <a:ext cx="64008" cy="174650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94767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User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04872"/>
            <a:ext cx="2971800" cy="12344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Account/profile information and role-related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92807"/>
            <a:ext cx="64008" cy="1746504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94767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Content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04872"/>
            <a:ext cx="2971800" cy="12344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Encyclopedia articles, topics, categories and supporting images.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892807"/>
            <a:ext cx="64008" cy="1746504"/>
          </a:xfrm>
          <a:prstGeom prst="rect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947672"/>
            <a:ext cx="29900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Application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04872"/>
            <a:ext cx="2971800" cy="12344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Reader interactions and locally maintained preferences where supported.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24688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8163E"/>
                </a:solidFill>
                <a:latin typeface="Aptos"/>
              </a:rPr>
              <a:t>Storage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05840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B283D"/>
                </a:solidFill>
                <a:latin typeface="Aptos"/>
              </a:rPr>
              <a:t>The project includes localStorage-based JSON storage and a Supabase connection for database-backed user information. Production authentication and database policies should be verified before public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Benefits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Value offered to learners and administrators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49377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01368"/>
            <a:ext cx="64008" cy="804672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856232"/>
            <a:ext cx="45902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Convenience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13432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A central starting point for exploring multiple subjects.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49377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801368"/>
            <a:ext cx="64008" cy="804672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856232"/>
            <a:ext cx="45902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Usability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13432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Consistent visual styling and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990088"/>
            <a:ext cx="49377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099816"/>
            <a:ext cx="64008" cy="804672"/>
          </a:xfrm>
          <a:prstGeom prst="rect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3154680"/>
            <a:ext cx="45902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Extensibility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611880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Modular JavaScript files make features easier to develop.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990088"/>
            <a:ext cx="49377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3099816"/>
            <a:ext cx="64008" cy="804672"/>
          </a:xfrm>
          <a:prstGeom prst="rect">
            <a:avLst/>
          </a:prstGeom>
          <a:solidFill>
            <a:srgbClr val="FF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154680"/>
            <a:ext cx="45902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Maintainability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611880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Separate CSS, scripts and image assets keep the project organized.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288536"/>
            <a:ext cx="49377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398264"/>
            <a:ext cx="64008" cy="804672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4453127"/>
            <a:ext cx="459028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Learning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910327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A reader-oriented experience encourages deeper exploration.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684ABE"/>
                </a:solidFill>
                <a:latin typeface="Aptos"/>
              </a:rPr>
              <a:t>InfoVerse can be expanded as a richer learning and knowledge-sharing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18163E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932688"/>
            <a:ext cx="1078992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F6A85"/>
                </a:solidFill>
                <a:latin typeface="Aptos"/>
              </a:rPr>
              <a:t>Possible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44168"/>
            <a:ext cx="914400" cy="5486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6F6A85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48920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64008" cy="3118104"/>
          </a:xfrm>
          <a:prstGeom prst="rect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901952"/>
            <a:ext cx="454456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Current considerations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59152"/>
            <a:ext cx="4526279" cy="26060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• Verify that all login and registration flows use the intended backend.
• Confirm database policies and error handling.
• Keep article content accurate and consistently structured.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48920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847088"/>
            <a:ext cx="64008" cy="3118104"/>
          </a:xfrm>
          <a:prstGeom prst="rect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901952"/>
            <a:ext cx="4544568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163E"/>
                </a:solidFill>
                <a:latin typeface="Apto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59152"/>
            <a:ext cx="4526279" cy="260603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B283D"/>
                </a:solidFill>
                <a:latin typeface="Aptos"/>
              </a:rPr>
              <a:t>• Add search, filters and bookmarks.
• Expand encyclopedia articles and references.
• Improve admin tools and content validation.
• Add analytics and accessibility improvements.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8163E"/>
                </a:solidFill>
                <a:latin typeface="Aptos"/>
              </a:rPr>
              <a:t>Future work should prioritize reliable authentication, secure data handling and a better discovery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005840"/>
            <a:ext cx="5760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828800"/>
            <a:ext cx="8046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E2DAFF"/>
                </a:solidFill>
                <a:latin typeface="Aptos"/>
              </a:rPr>
              <a:t>InfoVerse — A Modern Digital Encyclopedia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7589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unified space to discover, read and revisit knowledge.</a:t>
            </a:r>
          </a:p>
        </p:txBody>
      </p:sp>
      <p:sp>
        <p:nvSpPr>
          <p:cNvPr id="5" name="Oval 4"/>
          <p:cNvSpPr/>
          <p:nvPr/>
        </p:nvSpPr>
        <p:spPr>
          <a:xfrm>
            <a:off x="8961120" y="914400"/>
            <a:ext cx="1645920" cy="1645920"/>
          </a:xfrm>
          <a:prstGeom prst="ellipse">
            <a:avLst/>
          </a:prstGeom>
          <a:solidFill>
            <a:srgbClr val="4B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0" y="2423160"/>
            <a:ext cx="1097280" cy="1097280"/>
          </a:xfrm>
          <a:prstGeom prst="ellipse">
            <a:avLst/>
          </a:prstGeom>
          <a:solidFill>
            <a:srgbClr val="FF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0" y="3657600"/>
            <a:ext cx="1828800" cy="1828800"/>
          </a:xfrm>
          <a:prstGeom prst="ellipse">
            <a:avLst/>
          </a:prstGeom>
          <a:solidFill>
            <a:srgbClr val="68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80" y="4754880"/>
            <a:ext cx="685800" cy="685800"/>
          </a:xfrm>
          <a:prstGeom prst="ellipse">
            <a:avLst/>
          </a:prstGeom>
          <a:solidFill>
            <a:srgbClr val="FF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6217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2DAFF"/>
                </a:solidFill>
                <a:latin typeface="Aptos"/>
              </a:rPr>
              <a:t>Naina Bawanthade  |  2025503070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2823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E2DA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742</Words>
  <Application>Microsoft Office PowerPoint</Application>
  <PresentationFormat>Custom</PresentationFormat>
  <Paragraphs>144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Kailash</dc:creator>
  <dc:description>generated using python-pptx</dc:description>
  <cp:lastModifiedBy>Kailash</cp:lastModifiedBy>
  <cp:revision>2</cp:revision>
  <dcterms:created xsi:type="dcterms:W3CDTF">2013-01-27T09:14:16Z</dcterms:created>
  <dcterms:modified xsi:type="dcterms:W3CDTF">2026-10-26T15:06:12Z</dcterms:modified>
</cp:coreProperties>
</file>